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PySpark Key Concepts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Beginner → Advanced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Big Data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HDFS -&gt; MapReduce -&gt; Spark (Driver, Executors)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Spark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Transformations (lazy) -&gt; Actions (trigger) -&gt; Stages &amp; Tasks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Use Parquet</a:t>
            </a:r>
          </a:p>
          <a:p>
            <a:r>
              <a:t>- Broadcast small tables</a:t>
            </a:r>
          </a:p>
          <a:p>
            <a:r>
              <a:t>- Avoid Python UDFs</a:t>
            </a:r>
          </a:p>
          <a:p>
            <a:r>
              <a:t>- Tune shuffle partitions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